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7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0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46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8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66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06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6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7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8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46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49A9A54-FF88-4D21-B004-7BD55EAAE11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62907E1-996A-4934-A464-449B93688E9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413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49FD-AC9A-49BF-BB6E-3F5A3A45C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Embracing Agility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0E35C-6618-4DBA-8572-DA3F2B1BD1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Understanding the Scrum-Agile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61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E6D4-ECAE-471E-8D32-1BAC78A3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Roles in Scrum-agile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3A533-EB65-49AA-90D6-14D522FCA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Product Owner represents stakeholders and prioritize backlog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Scrum Master facilitates events and removes impediments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Developers write code and build 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Testers verify the functionality and quality of the product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23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03F9-F86C-47F6-AF4B-B760B4F4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Phases of the SDLC in Agile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2E435-EEE3-4290-89C4-871FDD70D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Sprint Planning: Goal setting, story selection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Daily Stand-up: Synchronization, planning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Sprint Review: Demo, feedback gathering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Sprint Retrospective: Reflection, improvement planning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9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2B1B-32B4-4C52-B8A9-C8E650BE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Contrasting Waterfall and Agile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E2997-D767-47B5-A172-8326B771E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Waterfall Approach: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Sequential, rigid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Defined requirements upfront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Limited flexibility, late-stage changes costly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Agile Approach: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Iterative, adaptable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Embraces change, delivers value incrementally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Allows for flexibility, adaptation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12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5456-CA36-4E63-836E-221126EA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Factors for Choosing an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89BF8-63C5-4DC9-896C-602C495F4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Considerations for choosing an </a:t>
            </a:r>
            <a:r>
              <a:rPr lang="en-US" b="0" i="0" dirty="0" err="1">
                <a:solidFill>
                  <a:srgbClr val="ECECEC"/>
                </a:solidFill>
                <a:effectLst/>
                <a:latin typeface="Söhne"/>
              </a:rPr>
              <a:t>approach:Project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complexity and uncertainty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Customer involvement, feedback needs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Flexibility, adaptability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Team expertise, experience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C50C-2A4E-4E86-8412-F3C8F35E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apply in this 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7AD08-2298-49F6-A4A8-DC4463B91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Successful Agile Application In our SNHU Travel project. Agile principles facilitated iterative development, allowing us to adapt to changing requirements and deliver value incrementally.</a:t>
            </a:r>
          </a:p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Challenges in Waterfall Projects. Past experiences with waterfall projects revealed difficulties in accommodating late-stage changes, leading to project delays and client dissatisfaction.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032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</TotalTime>
  <Words>196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Söhne</vt:lpstr>
      <vt:lpstr>Retrospect</vt:lpstr>
      <vt:lpstr>Embracing Agility</vt:lpstr>
      <vt:lpstr>Roles in Scrum-agile</vt:lpstr>
      <vt:lpstr>Phases of the SDLC in Agile</vt:lpstr>
      <vt:lpstr>Contrasting Waterfall and Agile</vt:lpstr>
      <vt:lpstr>Factors for Choosing an Approach</vt:lpstr>
      <vt:lpstr>How does it apply in this course?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Embracing Agility:</dc:title>
  <dc:creator>Hawthorne, Zeb</dc:creator>
  <cp:lastModifiedBy>Hawthorne, Zeb</cp:lastModifiedBy>
  <cp:revision>3</cp:revision>
  <dcterms:created xsi:type="dcterms:W3CDTF">2024-02-25T19:11:11Z</dcterms:created>
  <dcterms:modified xsi:type="dcterms:W3CDTF">2024-02-25T19:26:43Z</dcterms:modified>
</cp:coreProperties>
</file>